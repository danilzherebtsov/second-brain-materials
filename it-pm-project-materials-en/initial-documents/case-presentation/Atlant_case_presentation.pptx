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Evo-ai — AI that works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An AI delivery studio: LLM/RAG assistants, document processing, analyst agents.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We connect business and AI — we tie a specific problem to a specific solution.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We ship to production, not to a demo. We measure the result in numbers on the acceptance set.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We only take on work that has a measurable success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The client's problem — Atlant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Atlant is a manufacturing group. Its support desk is swamped with repetitive requests.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Operators hunt for the answer in the policies — and different people answer differently.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Night shifts are uncovered and the request queue keeps growing.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8E6F5"/>
                </a:solidFill>
                <a:latin typeface="Inter"/>
              </a:rPr>
              <a:t>•  The goal: speed up handling, remove the inconsistency, take load off the first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The solution: architecture</a:t>
            </a:r>
          </a:p>
        </p:txBody>
      </p:sp>
      <p:pic>
        <p:nvPicPr>
          <p:cNvPr id="3" name="Picture 2" descr="image4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12" y="1371600"/>
            <a:ext cx="1032387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Knowledge base → Evo-RAG → LLM (ModelAPI) → a suggestion for the operator in the helpdesk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The interface: the assistant prompts the operator</a:t>
            </a:r>
          </a:p>
        </p:txBody>
      </p:sp>
      <p:pic>
        <p:nvPicPr>
          <p:cNvPr id="3" name="Picture 2" descr="image2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73" y="1371600"/>
            <a:ext cx="72189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Every answer cites its source — a policy and the tariffs, not thin 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Quality metrics — we measure, we don't take it on trust</a:t>
            </a:r>
          </a:p>
        </p:txBody>
      </p:sp>
      <p:pic>
        <p:nvPicPr>
          <p:cNvPr id="3" name="Picture 2" descr="image3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73" y="1371600"/>
            <a:ext cx="72189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Accuracy, latency, self-resolution rate — on the acceptance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4FB"/>
                </a:solidFill>
                <a:latin typeface="Space Grotesk"/>
              </a:rPr>
              <a:t>Rollout results — Atlant</a:t>
            </a:r>
          </a:p>
        </p:txBody>
      </p:sp>
      <p:pic>
        <p:nvPicPr>
          <p:cNvPr id="3" name="Picture 2" descr="image5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47" y="1371600"/>
            <a:ext cx="74676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AAA8C8"/>
                </a:solidFill>
                <a:latin typeface="Inter"/>
              </a:rPr>
              <a:t>−38% handling time · +27% first-line resolution · 94% accuracy · payback in 7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822960"/>
            <a:ext cx="54864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9C7B6"/>
                </a:solidFill>
                <a:latin typeface="Space Grotesk"/>
              </a:rPr>
              <a:t>Let's connect your business and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Our flagship is the AI support assistant. The first logistics rollout is project Hermes.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Want the same result in your business? Write to us — we'll cost it out for your case.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E8E6F5"/>
                </a:solidFill>
                <a:latin typeface="Inter"/>
              </a:rPr>
              <a:t>•  hello@evo-ai.example · evo-ai.example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