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6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Evo-ai — ИИ, который работает в проде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Студия внедрения ИИ-решений: LLM/RAG-ассистенты, обработка документов, агенты-аналитики.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Соединяем бизнес и ИИ — связываем конкретную задачу с конкретным решением.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Доводим до прода, а не до демо. Меряем результат цифрами на приёмочном наборе.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Берёмся только под задачу с измеримой метрикой успеха.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Задача клиента «Атлант»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«Атлант» — производственный холдинг. Поддержка завалена однотипными обращениями.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Операторы подолгу ищут ответ в регламентах — разные люди отвечают по-разному.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Ночные смены не закрыты, очередь обращений растёт.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Цель: ускорить обработку, убрать разнобой, снять нагрузку с первой линии.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Решение: архитектура</a:t>
            </a:r>
          </a:p>
        </p:txBody>
      </p:sp>
      <p:pic>
        <p:nvPicPr>
          <p:cNvPr id="3" name="Picture 2" descr="image4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12" y="1371600"/>
            <a:ext cx="1032387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AAA8C8"/>
                </a:solidFill>
                <a:latin typeface="Inter"/>
              </a:rPr>
              <a:t>База знаний → Evo-RAG → LLM (МодельАПИ) → подсказка оператору в helpdesk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Интерфейс: ассистент подсказывает оператору</a:t>
            </a:r>
          </a:p>
        </p:txBody>
      </p:sp>
      <p:pic>
        <p:nvPicPr>
          <p:cNvPr id="3" name="Picture 2" descr="image2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73" y="1371600"/>
            <a:ext cx="721894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AAA8C8"/>
                </a:solidFill>
                <a:latin typeface="Inter"/>
              </a:rPr>
              <a:t>Ответ со ссылкой на источник — регламент и тарифы, а не «из воздуха»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Метрики качества — меряем, а не верим на слово</a:t>
            </a:r>
          </a:p>
        </p:txBody>
      </p:sp>
      <p:pic>
        <p:nvPicPr>
          <p:cNvPr id="3" name="Picture 2" descr="image3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73" y="1371600"/>
            <a:ext cx="721894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AAA8C8"/>
                </a:solidFill>
                <a:latin typeface="Inter"/>
              </a:rPr>
              <a:t>Точность, латентность, доля автозакрытия — на приёмочном наборе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Результаты внедрения «Атлант»</a:t>
            </a:r>
          </a:p>
        </p:txBody>
      </p:sp>
      <p:pic>
        <p:nvPicPr>
          <p:cNvPr id="3" name="Picture 2" descr="image5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47" y="1371600"/>
            <a:ext cx="746760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AAA8C8"/>
                </a:solidFill>
                <a:latin typeface="Inter"/>
              </a:rPr>
              <a:t>−38% время обработки · +27% закрытий 1-й линией · 94% точность · окупаемость 7 месяцев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822960"/>
            <a:ext cx="54864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9C7B6"/>
                </a:solidFill>
                <a:latin typeface="Space Grotesk"/>
              </a:rPr>
              <a:t>Соединим ваш бизнес и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E8E6F5"/>
                </a:solidFill>
                <a:latin typeface="Inter"/>
              </a:rPr>
              <a:t>•  Флагман — ИИ-ассистент поддержки. Первое внедрение в логистике — проект «Гермес».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E8E6F5"/>
                </a:solidFill>
                <a:latin typeface="Inter"/>
              </a:rPr>
              <a:t>•  Хотите такой результат у себя? Напишите нам — посчитаем под вашу задачу.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E8E6F5"/>
                </a:solidFill>
                <a:latin typeface="Inter"/>
              </a:rPr>
              <a:t>•  hello@evo-ai.example · evo-ai.example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