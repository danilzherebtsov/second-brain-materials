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d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8229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3D2817"/>
                </a:solidFill>
                <a:latin typeface="Lora"/>
              </a:rPr>
              <a:t>ЛАДЬЯ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3D2817"/>
                </a:solidFill>
                <a:latin typeface="Inter"/>
              </a:rPr>
              <a:t>Кофейня для тех, кто живёт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5F46"/>
                </a:solidFill>
                <a:latin typeface="Inter"/>
              </a:rPr>
              <a:t>Презентация открытия первой точки  ·  Лесная, 14  ·  октябрь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3D2817"/>
                </a:solidFill>
                <a:latin typeface="Lora"/>
              </a:rPr>
              <a:t>О нас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D2817"/>
                </a:solidFill>
                <a:latin typeface="Inter"/>
              </a:rPr>
              <a:t>«Ладья» открылась в октябре 2023 года на Лесной, 14.
Это маленькая кофейня в спальном районе Екатеринбурга, где бариста знают постоянных гостей по имени. У нас нет туристов и нет случайных людей — только свои.
Название — из шахмат. Фигура, которая делает простой ход, но часто решает партию. Это про то, как мы работаем.</a:t>
            </a:r>
          </a:p>
        </p:txBody>
      </p:sp>
      <p:pic>
        <p:nvPicPr>
          <p:cNvPr id="5" name="Picture 4" descr="facade_lesn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48640"/>
            <a:ext cx="5029200" cy="3108960"/>
          </a:xfrm>
          <a:prstGeom prst="rect">
            <a:avLst/>
          </a:prstGeom>
        </p:spPr>
      </p:pic>
      <p:pic>
        <p:nvPicPr>
          <p:cNvPr id="6" name="Picture 5" descr="chess_on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749039"/>
            <a:ext cx="50292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E8D5B7"/>
                </a:solidFill>
                <a:latin typeface="Lora"/>
              </a:rPr>
              <a:t>Концепция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AF4E8"/>
                </a:solidFill>
                <a:latin typeface="Inter"/>
              </a:rPr>
              <a:t>•  Местный, не сетевой формат
•  Зерно от ведущих российских ростеров
•  Авторские позиции, которых нет у других
•  Бариста уровня SCA, минимум второй
•  Тёплая атмосфера: мягкие кресла, тёплый свет,
   медленная музыка
•  Никаких торговых центров, никогда</a:t>
            </a:r>
          </a:p>
        </p:txBody>
      </p:sp>
      <p:pic>
        <p:nvPicPr>
          <p:cNvPr id="5" name="Picture 4" descr="interior_z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D5B7"/>
                </a:solidFill>
                <a:latin typeface="Inter"/>
              </a:rPr>
              <a:t>Зал на 24 посадочных места,
выходит окнами на улицу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3D2817"/>
                </a:solidFill>
                <a:latin typeface="Lora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3D2817"/>
                </a:solidFill>
                <a:latin typeface="Inter"/>
              </a:rPr>
              <a:t>Четыре бариста на полную смену.
Один обжарщик в партнёрской лаборатории.
Один управляющий (Денис, основатель).
Все бариста прошли курс SCA Foundation минимум.
Двое — Intermediate.
Главное правило найма: умение запоминать людей.</a:t>
            </a:r>
          </a:p>
        </p:txBody>
      </p:sp>
      <p:pic>
        <p:nvPicPr>
          <p:cNvPr id="5" name="Picture 4" descr="barista_a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303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3D2817"/>
                </a:solidFill>
                <a:latin typeface="Lora"/>
              </a:rPr>
              <a:t>Меню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D2817"/>
                </a:solidFill>
                <a:latin typeface="Inter"/>
              </a:rPr>
              <a:t>Эспрессо-напитки, фильтр-кофе, сезонные авторские позиции.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D2817"/>
                </a:solidFill>
                <a:latin typeface="Inter"/>
              </a:rPr>
              <a:t>Хиты первой точки:
★  Раф «Ладья» — авторский, с карамельным сиропом
     ручной обжарки  ·  340 ₽
★  «Тёплый плед» — латте с корицей, кардамоном
     и яблочным сиропом (зимний)  ·  360 ₽
★  Лавандовый раф — на собственном сиропе  ·  360 ₽
★  Фильтр-кофе V60 — моносорт, заваривание под заказ  ·  290 ₽</a:t>
            </a:r>
          </a:p>
        </p:txBody>
      </p:sp>
      <p:pic>
        <p:nvPicPr>
          <p:cNvPr id="6" name="Picture 5" descr="cup_latte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3931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3D2817"/>
                </a:solidFill>
                <a:latin typeface="Lora"/>
              </a:rPr>
              <a:t>Локация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D2817"/>
                </a:solidFill>
                <a:latin typeface="Inter"/>
              </a:rPr>
              <a:t>Лесная, 14 — спальный район Екатеринбурга.
•  92 м² полезной площади, потолки 3,2 м
•  Большая витрина 5×2,2 м
•  Пять минут пешком от метро
•  Жилые дома вокруг, в радиусе 300 м — около 8 000 человек
•  Парк во дворе через дорогу
Аренда подписана на 7 лет, индексация 6% годовых.</a:t>
            </a:r>
          </a:p>
        </p:txBody>
      </p:sp>
      <p:pic>
        <p:nvPicPr>
          <p:cNvPr id="5" name="Picture 4" descr="facade_lesn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389120" cy="2743200"/>
          </a:xfrm>
          <a:prstGeom prst="rect">
            <a:avLst/>
          </a:prstGeom>
        </p:spPr>
      </p:pic>
      <p:pic>
        <p:nvPicPr>
          <p:cNvPr id="6" name="Picture 5" descr="interior_z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06240"/>
            <a:ext cx="43891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E8D5B7"/>
                </a:solidFill>
                <a:latin typeface="Lora"/>
              </a:rPr>
              <a:t>Зерно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AF4E8"/>
                </a:solidFill>
                <a:latin typeface="Inter"/>
              </a:rPr>
              <a:t>Основной поставщик — Coffee Project (Москва).
Бленд для эспрессо: 70% Бразилия, 30% Эфиопия Йиргачеффе.
Сменяем сезонно, четыре раза в год.
Моносорта для V60 и аэропресса — отдельный список,
ротируется ежемесячно.
Бленд декафа — Гватемала Swiss Water Process.
Логистика — раз в две недели, машина проездом из Москвы.</a:t>
            </a:r>
          </a:p>
        </p:txBody>
      </p:sp>
      <p:pic>
        <p:nvPicPr>
          <p:cNvPr id="5" name="Picture 4" descr="cup_latte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d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64008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D2817"/>
                </a:solidFill>
                <a:latin typeface="Lora"/>
              </a:rPr>
              <a:t>До встречи в «Ладье»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D2817"/>
                </a:solidFill>
                <a:latin typeface="Inter"/>
              </a:rPr>
              <a:t>Лесная, 14, Екатеринбург
Каждый день  ·  08:00 – 22:00
ladya-coffee.ru   ·   @ladya_coffee
Денис Лобанов, основатель   ·   denis@ladya-coffee.ru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